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57" r:id="rId4"/>
    <p:sldId id="258" r:id="rId5"/>
    <p:sldId id="263" r:id="rId6"/>
    <p:sldId id="259" r:id="rId7"/>
    <p:sldId id="260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90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49501A-202F-AC44-B142-AE3229B0BB18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735D6-9A94-2744-824B-8C1A490517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43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MCP</a:t>
            </a:r>
          </a:p>
          <a:p>
            <a:r>
              <a:rPr lang="en-US" dirty="0"/>
              <a:t>AI Model → Direct access to APIs, databases, tools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With MCP</a:t>
            </a:r>
          </a:p>
          <a:p>
            <a:r>
              <a:rPr lang="en-US" dirty="0"/>
              <a:t>AI Model → MCP Client → MCP Server → Tools /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735D6-9A94-2744-824B-8C1A490517E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424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Context Protocol (MCP)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GitHub Demo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D3DA8-0008-FE9C-A5B5-D748CA93A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1D3FF-D737-4958-0045-8F17A01BA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Step-by-Step Workflow</a:t>
            </a:r>
          </a:p>
          <a:p>
            <a:r>
              <a:rPr lang="en-US" dirty="0"/>
              <a:t>1️⃣ The </a:t>
            </a:r>
            <a:r>
              <a:rPr lang="en-US" b="1" dirty="0"/>
              <a:t>AI model</a:t>
            </a:r>
            <a:r>
              <a:rPr lang="en-US" dirty="0"/>
              <a:t> wants to perform a task (ex: search files).</a:t>
            </a:r>
          </a:p>
          <a:p>
            <a:r>
              <a:rPr lang="en-US" dirty="0"/>
              <a:t>2️⃣ The </a:t>
            </a:r>
            <a:r>
              <a:rPr lang="en-US" b="1" dirty="0"/>
              <a:t>MCP client</a:t>
            </a:r>
            <a:r>
              <a:rPr lang="en-US" dirty="0"/>
              <a:t> sends a request with </a:t>
            </a:r>
            <a:r>
              <a:rPr lang="en-US" b="1" dirty="0"/>
              <a:t>context</a:t>
            </a:r>
            <a:r>
              <a:rPr lang="en-US" dirty="0"/>
              <a:t>.</a:t>
            </a:r>
          </a:p>
          <a:p>
            <a:r>
              <a:rPr lang="en-US" dirty="0"/>
              <a:t>Example context:</a:t>
            </a:r>
          </a:p>
          <a:p>
            <a:r>
              <a:rPr lang="en-US" dirty="0"/>
              <a:t>{</a:t>
            </a:r>
            <a:br>
              <a:rPr lang="en-US" dirty="0"/>
            </a:br>
            <a:r>
              <a:rPr lang="en-US" dirty="0"/>
              <a:t>  "tool": "</a:t>
            </a:r>
            <a:r>
              <a:rPr lang="en-US" dirty="0" err="1"/>
              <a:t>file_search</a:t>
            </a:r>
            <a:r>
              <a:rPr lang="en-US" dirty="0"/>
              <a:t>",</a:t>
            </a:r>
            <a:br>
              <a:rPr lang="en-US" dirty="0"/>
            </a:br>
            <a:r>
              <a:rPr lang="en-US" dirty="0"/>
              <a:t>  "query": "project documentation"</a:t>
            </a:r>
            <a:br>
              <a:rPr lang="en-US" dirty="0"/>
            </a:br>
            <a:r>
              <a:rPr lang="en-US" dirty="0"/>
              <a:t>}</a:t>
            </a:r>
          </a:p>
          <a:p>
            <a:r>
              <a:rPr lang="en-US" dirty="0"/>
              <a:t>3️⃣ The </a:t>
            </a:r>
            <a:r>
              <a:rPr lang="en-US" b="1" dirty="0"/>
              <a:t>MCP server</a:t>
            </a:r>
            <a:r>
              <a:rPr lang="en-US" dirty="0"/>
              <a:t> receives the request.</a:t>
            </a:r>
          </a:p>
          <a:p>
            <a:r>
              <a:rPr lang="en-US" dirty="0"/>
              <a:t>4️⃣ The server runs the correct </a:t>
            </a:r>
            <a:r>
              <a:rPr lang="en-US" b="1" dirty="0"/>
              <a:t>tool or service</a:t>
            </a:r>
            <a:r>
              <a:rPr lang="en-US" dirty="0"/>
              <a:t>.</a:t>
            </a:r>
          </a:p>
          <a:p>
            <a:r>
              <a:rPr lang="en-US" dirty="0"/>
              <a:t>5️⃣ The result is returned to the </a:t>
            </a:r>
            <a:r>
              <a:rPr lang="en-US" b="1" dirty="0"/>
              <a:t>AI model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592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MCP?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32500" lnSpcReduction="20000"/>
          </a:bodyPr>
          <a:lstStyle/>
          <a:p>
            <a:r>
              <a:rPr dirty="0"/>
              <a:t>A protocol that allows AI models to access tools and external data safely.</a:t>
            </a:r>
            <a:endParaRPr lang="en-US" dirty="0"/>
          </a:p>
          <a:p>
            <a:r>
              <a:rPr lang="en-US" dirty="0"/>
              <a:t>                  +------------------+</a:t>
            </a:r>
          </a:p>
          <a:p>
            <a:r>
              <a:rPr lang="en-US" dirty="0"/>
              <a:t>                |    AI Model      |</a:t>
            </a:r>
          </a:p>
          <a:p>
            <a:r>
              <a:rPr lang="en-US" dirty="0"/>
              <a:t>                | (LLM / Assistant)|</a:t>
            </a:r>
          </a:p>
          <a:p>
            <a:r>
              <a:rPr lang="en-US" dirty="0"/>
              <a:t>                +---------+--------+</a:t>
            </a:r>
          </a:p>
          <a:p>
            <a:r>
              <a:rPr lang="en-US" dirty="0"/>
              <a:t>                          |</a:t>
            </a:r>
          </a:p>
          <a:p>
            <a:r>
              <a:rPr lang="en-US" dirty="0"/>
              <a:t>                          | Request Tool</a:t>
            </a:r>
          </a:p>
          <a:p>
            <a:r>
              <a:rPr lang="en-US" dirty="0"/>
              <a:t>                          v</a:t>
            </a:r>
          </a:p>
          <a:p>
            <a:r>
              <a:rPr lang="en-US" dirty="0"/>
              <a:t>                +------------------+</a:t>
            </a:r>
          </a:p>
          <a:p>
            <a:r>
              <a:rPr lang="en-US" dirty="0"/>
              <a:t>                |    MCP Client    |</a:t>
            </a:r>
          </a:p>
          <a:p>
            <a:r>
              <a:rPr lang="en-US" dirty="0"/>
              <a:t>                | Sends Context    |</a:t>
            </a:r>
          </a:p>
          <a:p>
            <a:r>
              <a:rPr lang="en-US" dirty="0"/>
              <a:t>                +---------+--------+</a:t>
            </a:r>
          </a:p>
          <a:p>
            <a:r>
              <a:rPr lang="en-US" dirty="0"/>
              <a:t>                          |</a:t>
            </a:r>
          </a:p>
          <a:p>
            <a:r>
              <a:rPr lang="en-US" dirty="0"/>
              <a:t>                          | Structured Request</a:t>
            </a:r>
          </a:p>
          <a:p>
            <a:r>
              <a:rPr lang="en-US" dirty="0"/>
              <a:t>                          v</a:t>
            </a:r>
          </a:p>
          <a:p>
            <a:r>
              <a:rPr lang="en-US" dirty="0"/>
              <a:t>                +------------------+</a:t>
            </a:r>
          </a:p>
          <a:p>
            <a:r>
              <a:rPr lang="en-US" dirty="0"/>
              <a:t>                |    MCP Server    |</a:t>
            </a:r>
          </a:p>
          <a:p>
            <a:r>
              <a:rPr lang="en-US" dirty="0"/>
              <a:t>                | Tool Controller  |</a:t>
            </a:r>
          </a:p>
          <a:p>
            <a:r>
              <a:rPr lang="en-US" dirty="0"/>
              <a:t>                +----+------+------+</a:t>
            </a:r>
          </a:p>
          <a:p>
            <a:r>
              <a:rPr lang="en-US" dirty="0"/>
              <a:t>                     |      |</a:t>
            </a:r>
          </a:p>
          <a:p>
            <a:r>
              <a:rPr lang="en-US" dirty="0"/>
              <a:t>                     |      |</a:t>
            </a:r>
          </a:p>
          <a:p>
            <a:r>
              <a:rPr lang="en-US" dirty="0"/>
              <a:t>          +----------+      +----------+</a:t>
            </a:r>
          </a:p>
          <a:p>
            <a:r>
              <a:rPr lang="en-US" dirty="0"/>
              <a:t>          |                            |</a:t>
            </a:r>
          </a:p>
          <a:p>
            <a:r>
              <a:rPr lang="en-US" dirty="0"/>
              <a:t>+-------------------+       +-------------------+</a:t>
            </a:r>
          </a:p>
          <a:p>
            <a:r>
              <a:rPr lang="en-US" dirty="0"/>
              <a:t>| External Tool     |       | Data Source       |</a:t>
            </a:r>
          </a:p>
          <a:p>
            <a:r>
              <a:rPr lang="en-US" dirty="0"/>
              <a:t>| (Search, Code)    |       | (Files, Database) |</a:t>
            </a:r>
          </a:p>
          <a:p>
            <a:r>
              <a:rPr lang="en-US" dirty="0"/>
              <a:t>+-------------------+       +-------------------+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MCP?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dirty="0"/>
              <a:t>Standard communication between AI systems and services.</a:t>
            </a:r>
            <a:endParaRPr lang="en-US" dirty="0"/>
          </a:p>
          <a:p>
            <a:r>
              <a:rPr lang="en-US" b="1" dirty="0"/>
              <a:t>Why MCP is Important</a:t>
            </a:r>
          </a:p>
          <a:p>
            <a:r>
              <a:rPr lang="en-US" dirty="0"/>
              <a:t>MCP helps AI systems:</a:t>
            </a:r>
          </a:p>
          <a:p>
            <a:r>
              <a:rPr lang="en-US" dirty="0"/>
              <a:t>🔐 </a:t>
            </a:r>
            <a:r>
              <a:rPr lang="en-US" b="1" dirty="0"/>
              <a:t>Stay secure</a:t>
            </a:r>
            <a:r>
              <a:rPr lang="en-US" dirty="0"/>
              <a:t> – controlled tool access</a:t>
            </a:r>
            <a:br>
              <a:rPr lang="en-US" dirty="0"/>
            </a:br>
            <a:r>
              <a:rPr lang="en-US" dirty="0"/>
              <a:t>🔌 </a:t>
            </a:r>
            <a:r>
              <a:rPr lang="en-US" b="1" dirty="0"/>
              <a:t>Connect to many tools</a:t>
            </a:r>
            <a:r>
              <a:rPr lang="en-US" dirty="0"/>
              <a:t> – APIs, files, databases</a:t>
            </a:r>
            <a:br>
              <a:rPr lang="en-US" dirty="0"/>
            </a:br>
            <a:r>
              <a:rPr lang="en-US" dirty="0"/>
              <a:t>🧩 </a:t>
            </a:r>
            <a:r>
              <a:rPr lang="en-US" b="1" dirty="0"/>
              <a:t>Be modular</a:t>
            </a:r>
            <a:r>
              <a:rPr lang="en-US" dirty="0"/>
              <a:t> – new tools can be added easily</a:t>
            </a:r>
            <a:br>
              <a:rPr lang="en-US" dirty="0"/>
            </a:br>
            <a:r>
              <a:rPr lang="en-US" dirty="0"/>
              <a:t>🤖 </a:t>
            </a:r>
            <a:r>
              <a:rPr lang="en-US" b="1" dirty="0"/>
              <a:t>Work better with assistants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5E260-2D75-5948-6265-FA77B765F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8482F-D357-B133-A9D1-0AEEAF455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Think of MCP like </a:t>
            </a:r>
            <a:r>
              <a:rPr lang="en-US" b="1" dirty="0"/>
              <a:t>USB for AI tools</a:t>
            </a:r>
            <a:r>
              <a:rPr lang="en-US" dirty="0"/>
              <a:t>.</a:t>
            </a:r>
          </a:p>
          <a:p>
            <a:r>
              <a:rPr lang="en-US" dirty="0"/>
              <a:t>Just like USB lets different devices connect to your computer, </a:t>
            </a:r>
            <a:r>
              <a:rPr lang="en-US" b="1" dirty="0"/>
              <a:t>MCP lets AI connect to different tools and data sources</a:t>
            </a:r>
            <a:r>
              <a:rPr lang="en-US" dirty="0"/>
              <a:t>.</a:t>
            </a:r>
          </a:p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74778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→ Client → MCP Server → Tools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example showing tool registration and context processing.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MCP concepts and build simple tool servers.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353</Words>
  <Application>Microsoft Macintosh PowerPoint</Application>
  <PresentationFormat>On-screen Show (4:3)</PresentationFormat>
  <Paragraphs>58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Model Context Protocol (MCP)</vt:lpstr>
      <vt:lpstr>PowerPoint Presentation</vt:lpstr>
      <vt:lpstr>What is MCP?</vt:lpstr>
      <vt:lpstr>Why MCP?</vt:lpstr>
      <vt:lpstr>PowerPoint Presentation</vt:lpstr>
      <vt:lpstr>Architecture</vt:lpstr>
      <vt:lpstr>Project Demo</vt:lpstr>
      <vt:lpstr>Learning Outcome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Rittika Mitra</cp:lastModifiedBy>
  <cp:revision>5</cp:revision>
  <dcterms:created xsi:type="dcterms:W3CDTF">2013-01-27T09:14:16Z</dcterms:created>
  <dcterms:modified xsi:type="dcterms:W3CDTF">2026-03-17T01:15:47Z</dcterms:modified>
  <cp:category/>
</cp:coreProperties>
</file>